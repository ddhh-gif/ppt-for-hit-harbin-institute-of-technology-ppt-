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84960" y="714058"/>
            <a:ext cx="9144000" cy="2387600"/>
          </a:xfrm>
        </p:spPr>
        <p:txBody>
          <a:bodyPr/>
          <a:p>
            <a:r>
              <a:rPr lang="zh-CN" altLang="en-US"/>
              <a:t>个人答辩</a:t>
            </a:r>
            <a:r>
              <a:rPr lang="en-US" altLang="zh-CN"/>
              <a:t>PPT</a:t>
            </a:r>
            <a:r>
              <a:rPr lang="zh-CN" altLang="en-US"/>
              <a:t>制作入门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19775" y="3957955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800"/>
              <a:t>2022.12.14</a:t>
            </a:r>
            <a:endParaRPr lang="en-US" altLang="zh-CN" sz="2800"/>
          </a:p>
          <a:p>
            <a:pPr algn="r"/>
            <a:r>
              <a:rPr lang="zh-CN" altLang="en-US" sz="2800"/>
              <a:t>崔楚昊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766185" y="164274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/>
              <a:t>PPT</a:t>
            </a:r>
            <a:r>
              <a:rPr lang="zh-CN" altLang="en-US" sz="6600"/>
              <a:t>做什么</a:t>
            </a:r>
            <a:endParaRPr lang="zh-CN" altLang="en-US" sz="6600"/>
          </a:p>
          <a:p>
            <a:endParaRPr lang="zh-CN" altLang="en-US" sz="6600"/>
          </a:p>
          <a:p>
            <a:r>
              <a:rPr lang="en-US" altLang="zh-CN" sz="6600"/>
              <a:t>PPT</a:t>
            </a:r>
            <a:r>
              <a:rPr lang="zh-CN" altLang="en-US" sz="6600"/>
              <a:t>怎么做</a:t>
            </a:r>
            <a:endParaRPr lang="zh-CN" altLang="en-US" sz="6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做什么？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2449195" y="2054225"/>
            <a:ext cx="68116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答辩就像写议论文</a:t>
            </a:r>
            <a:endParaRPr lang="zh-CN" altLang="en-US" sz="3200"/>
          </a:p>
          <a:p>
            <a:endParaRPr lang="zh-CN" altLang="en-US" sz="2800"/>
          </a:p>
          <a:p>
            <a:endParaRPr lang="zh-CN" altLang="en-US"/>
          </a:p>
          <a:p>
            <a:r>
              <a:rPr lang="zh-CN" altLang="en-US" sz="2400"/>
              <a:t>你的答辩项目就是论点：我想要那个！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你的答辩</a:t>
            </a:r>
            <a:r>
              <a:rPr lang="en-US" altLang="zh-CN" sz="2400"/>
              <a:t>PPT</a:t>
            </a:r>
            <a:r>
              <a:rPr lang="zh-CN" altLang="en-US" sz="2400"/>
              <a:t>就是论据：我凭什么想要那个？！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你答辩的过程就是在论证：我要这个，当仁不让！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90040" y="1305560"/>
            <a:ext cx="9509760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图片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核心！！！！！有图有真相，这是你最强大的论据！</a:t>
            </a:r>
            <a:endParaRPr lang="zh-CN" altLang="en-US" sz="2000"/>
          </a:p>
          <a:p>
            <a:r>
              <a:rPr lang="zh-CN" altLang="en-US" sz="2000"/>
              <a:t>图片一定要丰富！</a:t>
            </a:r>
            <a:r>
              <a:rPr lang="en-US" altLang="zh-CN" sz="2000"/>
              <a:t>20</a:t>
            </a:r>
            <a:r>
              <a:rPr lang="zh-CN" altLang="en-US" sz="2000"/>
              <a:t>页的</a:t>
            </a:r>
            <a:r>
              <a:rPr lang="en-US" altLang="zh-CN" sz="2000"/>
              <a:t>PPT</a:t>
            </a:r>
            <a:r>
              <a:rPr lang="zh-CN" altLang="en-US" sz="2000"/>
              <a:t>你放</a:t>
            </a:r>
            <a:r>
              <a:rPr lang="en-US" altLang="zh-CN" sz="2000"/>
              <a:t>100</a:t>
            </a:r>
            <a:r>
              <a:rPr lang="zh-CN" altLang="en-US" sz="2000"/>
              <a:t>多张图片毫无问题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所以平时要多拍照片！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带你人脸的、不带你人脸的</a:t>
            </a:r>
            <a:endParaRPr lang="zh-CN" altLang="en-US" sz="2000"/>
          </a:p>
          <a:p>
            <a:r>
              <a:rPr lang="zh-CN" altLang="en-US" sz="2000"/>
              <a:t>跟你有关系的、跟你没太大关系的</a:t>
            </a:r>
            <a:endParaRPr lang="zh-CN" altLang="en-US" sz="2000"/>
          </a:p>
          <a:p>
            <a:r>
              <a:rPr lang="zh-CN" altLang="en-US" sz="2000"/>
              <a:t>你是主场的、你是跑龙套的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沾边赖</a:t>
            </a:r>
            <a:r>
              <a:rPr lang="en-US" altLang="zh-CN" sz="2000"/>
              <a:t>	</a:t>
            </a:r>
            <a:r>
              <a:rPr lang="zh-CN" altLang="en-US" sz="2000"/>
              <a:t>有就往上堆！堆！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一个场景可以有多张照片</a:t>
            </a:r>
            <a:endParaRPr lang="zh-CN" altLang="en-US" sz="2000"/>
          </a:p>
          <a:p>
            <a:r>
              <a:rPr lang="zh-CN" altLang="en-US" sz="2000"/>
              <a:t>重要的东西多放照片，不重要的少放照片（告诉评委，这是重点，这是重点！）</a:t>
            </a:r>
            <a:endParaRPr lang="zh-CN" altLang="en-US" sz="2000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做什么？</a:t>
            </a:r>
            <a:endParaRPr lang="zh-CN" alt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7970" y="1348740"/>
            <a:ext cx="8247380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2.</a:t>
            </a:r>
            <a:r>
              <a:rPr lang="zh-CN" altLang="en-US" sz="3200"/>
              <a:t>内容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多说有用的，多说沾边的，少说没用的（比如你竞选学习方面的奖项，你一半的时间都在说你当志愿者，就不合适）</a:t>
            </a:r>
            <a:endParaRPr lang="zh-CN" altLang="en-US" sz="2000"/>
          </a:p>
          <a:p>
            <a:r>
              <a:rPr lang="zh-CN" altLang="en-US" sz="2000"/>
              <a:t>但是过于牛逼的地方，即使没用，也要说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主要体现</a:t>
            </a:r>
            <a:r>
              <a:rPr lang="en-US" altLang="zh-CN" sz="2000"/>
              <a:t>“</a:t>
            </a:r>
            <a:r>
              <a:rPr lang="zh-CN" altLang="en-US" sz="2000"/>
              <a:t>我凭什么要那个？</a:t>
            </a:r>
            <a:r>
              <a:rPr lang="en-US" altLang="zh-CN" sz="2000"/>
              <a:t>”	</a:t>
            </a:r>
            <a:r>
              <a:rPr lang="zh-CN" altLang="en-US" sz="2000"/>
              <a:t>告诉评委：我就凭这个！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分块！分类！严禁杂乱堆积！！丰富的前提是有组织有序，多而不乱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数据！数据！数据是最直观的证据！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奖状，证书，能放就放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记得紧跟组织，跟紧时事（心中有党，行稳致远）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做什么？</a:t>
            </a:r>
            <a:endParaRPr lang="zh-CN" altLang="en-US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做什么？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1089660" y="1405890"/>
            <a:ext cx="101111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3.</a:t>
            </a:r>
            <a:r>
              <a:rPr lang="zh-CN" altLang="en-US" sz="3200"/>
              <a:t>文字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图片一定要有文字注解！！！！否则评委老师根本不知道你的图片是什么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文字要分点分条！不要长篇大论（语文阅卷老师最烦）</a:t>
            </a:r>
            <a:endParaRPr lang="zh-CN" altLang="en-US" sz="2000"/>
          </a:p>
          <a:p>
            <a:r>
              <a:rPr lang="zh-CN" altLang="en-US" sz="2000"/>
              <a:t>尽量短词短句，词语要有文采（铿锵有力，不是柔美妖艳，也不要大白话）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要有标题和总结性的词语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PPT</a:t>
            </a:r>
            <a:r>
              <a:rPr lang="zh-CN" altLang="en-US" sz="2000"/>
              <a:t>上的文字不是你照着念的东西！！！</a:t>
            </a:r>
            <a:endParaRPr lang="zh-CN" altLang="en-US" sz="2000"/>
          </a:p>
          <a:p>
            <a:r>
              <a:rPr lang="zh-CN" altLang="en-US" sz="2000"/>
              <a:t>你的</a:t>
            </a:r>
            <a:r>
              <a:rPr lang="en-US" altLang="zh-CN" sz="2000"/>
              <a:t>PPT</a:t>
            </a:r>
            <a:r>
              <a:rPr lang="zh-CN" altLang="en-US" sz="2000"/>
              <a:t>是给评委视觉冲击，你读的稿子是给评委听觉冲击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你说的话是在论证，而不是读论据！</a:t>
            </a:r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3735070" y="2270760"/>
            <a:ext cx="4064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背景</a:t>
            </a:r>
            <a:r>
              <a:rPr lang="zh-CN" altLang="en-US" sz="3200">
                <a:sym typeface="+mn-ea"/>
              </a:rPr>
              <a:t>模板</a:t>
            </a:r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框架与逻辑结构</a:t>
            </a:r>
            <a:endParaRPr lang="zh-CN" altLang="en-US" sz="3200"/>
          </a:p>
          <a:p>
            <a:r>
              <a:rPr lang="zh-CN" altLang="en-US" sz="3200"/>
              <a:t>布局排版</a:t>
            </a:r>
            <a:endParaRPr lang="zh-CN" altLang="en-US" sz="3200"/>
          </a:p>
          <a:p>
            <a:r>
              <a:rPr lang="zh-CN" altLang="en-US" sz="3200"/>
              <a:t>动画放映</a:t>
            </a:r>
            <a:endParaRPr lang="zh-CN" altLang="en-US" sz="3200"/>
          </a:p>
          <a:p>
            <a:r>
              <a:rPr lang="zh-CN" altLang="en-US" sz="3200"/>
              <a:t>艺术美化</a:t>
            </a:r>
            <a:endParaRPr lang="zh-CN" alt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2628900" y="1818005"/>
            <a:ext cx="8196580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背景模板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每页要有哈工大元素（校徽、校名、校训至少其一）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每页的背景色调要一致</a:t>
            </a:r>
            <a:endParaRPr lang="zh-CN" altLang="en-US" sz="2000"/>
          </a:p>
          <a:p>
            <a:r>
              <a:rPr lang="zh-CN" altLang="en-US" sz="2000"/>
              <a:t>背景的色系只要一种（比如蓝，就用各种蓝）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背景要高级，商务感，但是不要花哨！避免</a:t>
            </a:r>
            <a:r>
              <a:rPr lang="en-US" altLang="zh-CN" sz="2000"/>
              <a:t>“</a:t>
            </a:r>
            <a:r>
              <a:rPr lang="zh-CN" altLang="en-US" sz="2000"/>
              <a:t>小学美术</a:t>
            </a:r>
            <a:r>
              <a:rPr lang="en-US" altLang="zh-CN" sz="2000"/>
              <a:t>”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好的模板带有好多可以直接用的好东西，不用自己设计了</a:t>
            </a:r>
            <a:endParaRPr lang="en-US" altLang="zh-CN" sz="2000"/>
          </a:p>
          <a:p>
            <a:r>
              <a:rPr lang="zh-CN" altLang="en-US" sz="2000">
                <a:sym typeface="+mn-ea"/>
              </a:rPr>
              <a:t>可以大学四年始终用一套熟悉的模板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1131570" y="1277620"/>
            <a:ext cx="9092565" cy="5107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2.</a:t>
            </a:r>
            <a:r>
              <a:rPr lang="zh-CN" altLang="en-US" sz="2800"/>
              <a:t>框架与逻辑结构（相当重要！！！！）</a:t>
            </a:r>
            <a:endParaRPr lang="zh-CN" altLang="en-US" sz="2800"/>
          </a:p>
          <a:p>
            <a:endParaRPr lang="zh-CN" altLang="en-US"/>
          </a:p>
          <a:p>
            <a:r>
              <a:rPr lang="zh-CN" altLang="en-US" sz="2000"/>
              <a:t>首页放答辩标题、答辩项目（一般不要把项目名称作为标题）、答辩人、日期</a:t>
            </a:r>
            <a:endParaRPr lang="zh-CN" altLang="en-US" sz="2000"/>
          </a:p>
          <a:p>
            <a:r>
              <a:rPr lang="zh-CN" altLang="en-US" sz="2000"/>
              <a:t>尾页放感谢语、答辩人、日期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第二页放个人简介、主要重点事迹、所获奖项、重点数据（总领下文，什么牛逼放什么！）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每个大标题要用整页</a:t>
            </a:r>
            <a:r>
              <a:rPr lang="en-US" altLang="zh-CN" sz="2000"/>
              <a:t>PPT</a:t>
            </a:r>
            <a:r>
              <a:rPr lang="zh-CN" altLang="en-US" sz="2000"/>
              <a:t>来放，可以在最开始把所有的标题放在一起</a:t>
            </a:r>
            <a:endParaRPr lang="zh-CN" altLang="en-US" sz="2000"/>
          </a:p>
          <a:p>
            <a:r>
              <a:rPr lang="zh-CN" altLang="en-US" sz="2000"/>
              <a:t>叙述内容时将大标题放在上方或左上角，以示提醒这部分讲的是什么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相比文本内容，标题更要铿锵有力！无论是几级标题</a:t>
            </a:r>
            <a:endParaRPr lang="zh-CN" altLang="en-US" sz="2000"/>
          </a:p>
          <a:p>
            <a:r>
              <a:rPr lang="zh-CN" altLang="en-US" sz="2000"/>
              <a:t>标题不一定要有数字，带数字的标题最多一级（</a:t>
            </a:r>
            <a:r>
              <a:rPr lang="en-US" altLang="zh-CN" sz="2000"/>
              <a:t>“</a:t>
            </a:r>
            <a:r>
              <a:rPr lang="zh-CN" altLang="en-US" sz="2000"/>
              <a:t>一、</a:t>
            </a:r>
            <a:r>
              <a:rPr lang="en-US" altLang="zh-CN" sz="2000"/>
              <a:t>1</a:t>
            </a:r>
            <a:r>
              <a:rPr lang="zh-CN" altLang="en-US" sz="2000"/>
              <a:t>、（</a:t>
            </a:r>
            <a:r>
              <a:rPr lang="en-US" altLang="zh-CN" sz="2000"/>
              <a:t>1</a:t>
            </a:r>
            <a:r>
              <a:rPr lang="zh-CN" altLang="en-US" sz="2000"/>
              <a:t>）、①</a:t>
            </a:r>
            <a:r>
              <a:rPr lang="en-US" altLang="zh-CN" sz="2000"/>
              <a:t>”</a:t>
            </a:r>
            <a:r>
              <a:rPr lang="zh-CN" altLang="en-US" sz="2000"/>
              <a:t>放一起，评委眼花缭乱）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多用流程图、各种图表、分类分条分点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1708150" y="1134745"/>
            <a:ext cx="8926830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3.</a:t>
            </a:r>
            <a:r>
              <a:rPr lang="zh-CN" altLang="en-US" sz="3200"/>
              <a:t>布局排版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图片类</a:t>
            </a:r>
            <a:endParaRPr lang="zh-CN" altLang="en-US" sz="2000"/>
          </a:p>
          <a:p>
            <a:r>
              <a:rPr lang="zh-CN" altLang="en-US" sz="2000"/>
              <a:t>重要的放大，不重要的缩小，不要对的整整齐齐</a:t>
            </a:r>
            <a:endParaRPr lang="zh-CN" altLang="en-US" sz="2000"/>
          </a:p>
          <a:p>
            <a:r>
              <a:rPr lang="zh-CN" altLang="en-US" sz="2000"/>
              <a:t>可以有叠加，重要的放在顶层</a:t>
            </a:r>
            <a:endParaRPr lang="zh-CN" altLang="en-US" sz="2000"/>
          </a:p>
          <a:p>
            <a:r>
              <a:rPr lang="zh-CN" altLang="en-US" sz="2000"/>
              <a:t>可以拼图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文字类</a:t>
            </a:r>
            <a:endParaRPr lang="zh-CN" altLang="en-US" sz="2000"/>
          </a:p>
          <a:p>
            <a:r>
              <a:rPr lang="zh-CN" altLang="en-US" sz="2000"/>
              <a:t>图片要有注释</a:t>
            </a:r>
            <a:endParaRPr lang="zh-CN" altLang="en-US" sz="2000"/>
          </a:p>
          <a:p>
            <a:r>
              <a:rPr lang="zh-CN" altLang="en-US" sz="2000"/>
              <a:t>其他文字尽量左对齐</a:t>
            </a:r>
            <a:endParaRPr lang="zh-CN" altLang="en-US" sz="2000"/>
          </a:p>
          <a:p>
            <a:r>
              <a:rPr lang="zh-CN" altLang="en-US" sz="2000"/>
              <a:t>分块放文本框</a:t>
            </a:r>
            <a:endParaRPr lang="zh-CN" altLang="en-US" sz="2000"/>
          </a:p>
          <a:p>
            <a:r>
              <a:rPr lang="zh-CN" altLang="en-US" sz="2000"/>
              <a:t>一页</a:t>
            </a:r>
            <a:r>
              <a:rPr lang="en-US" altLang="zh-CN" sz="2000"/>
              <a:t>PPT</a:t>
            </a:r>
            <a:r>
              <a:rPr lang="zh-CN" altLang="en-US" sz="2000"/>
              <a:t>文字的字号要区别明显，字号不要太多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排版是一门很深奥的学问，大家有兴趣可以去抖音或</a:t>
            </a:r>
            <a:r>
              <a:rPr lang="en-US" altLang="zh-CN" sz="2000"/>
              <a:t>B</a:t>
            </a:r>
            <a:r>
              <a:rPr lang="zh-CN" altLang="en-US" sz="2000"/>
              <a:t>站学习，这里不说太多，每个人的审美不一样，排版让人看着舒服就好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1265555" y="1678940"/>
            <a:ext cx="9056370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4.</a:t>
            </a:r>
            <a:r>
              <a:rPr lang="zh-CN" altLang="en-US" sz="3200"/>
              <a:t>动画放映</a:t>
            </a:r>
            <a:endParaRPr lang="zh-CN" altLang="en-US" sz="3200"/>
          </a:p>
          <a:p>
            <a:endParaRPr lang="zh-CN" altLang="en-US"/>
          </a:p>
          <a:p>
            <a:r>
              <a:rPr lang="en-US" altLang="zh-CN" sz="2000"/>
              <a:t>PPT</a:t>
            </a:r>
            <a:r>
              <a:rPr lang="zh-CN" altLang="en-US" sz="2000"/>
              <a:t>要做静态的，因为你的解说给评委的是动态的感受，所以视觉要静态（动静结合）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一页</a:t>
            </a:r>
            <a:r>
              <a:rPr lang="en-US" altLang="zh-CN" sz="2000"/>
              <a:t>PPT</a:t>
            </a:r>
            <a:r>
              <a:rPr lang="zh-CN" altLang="en-US" sz="2000"/>
              <a:t>点屏幕的次数不要超过三次，尽量一次一页全出来（让自己讲的时候舒服，也是给评委足够的视觉停留时间）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不要有任何花哨转场动画（蹦蹦跳跳、转来转去的）！！！</a:t>
            </a:r>
            <a:endParaRPr lang="zh-CN" altLang="en-US" sz="2000"/>
          </a:p>
          <a:p>
            <a:r>
              <a:rPr lang="zh-CN" altLang="en-US" sz="2000"/>
              <a:t>可以有点简单的，比如淡入淡出，也可以没有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7335" y="4895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怎么做？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1584325" y="1184910"/>
            <a:ext cx="930783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5.</a:t>
            </a:r>
            <a:r>
              <a:rPr lang="zh-CN" altLang="en-US" sz="3200"/>
              <a:t>艺术美化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 sz="2000"/>
              <a:t>一定要用看得清的字体！！</a:t>
            </a:r>
            <a:endParaRPr lang="zh-CN" altLang="en-US" sz="2000"/>
          </a:p>
          <a:p>
            <a:r>
              <a:rPr lang="zh-CN" altLang="en-US" sz="2000"/>
              <a:t>每页字的颜色至少两种，至多三种</a:t>
            </a:r>
            <a:endParaRPr lang="zh-CN" altLang="en-US" sz="2000"/>
          </a:p>
          <a:p>
            <a:r>
              <a:rPr lang="zh-CN" altLang="en-US" sz="2000"/>
              <a:t>适当用不同颜色、不同字号、不同字体突出重点或区分不同板块的文字</a:t>
            </a:r>
            <a:endParaRPr lang="zh-CN" altLang="en-US" sz="2000"/>
          </a:p>
          <a:p>
            <a:r>
              <a:rPr lang="zh-CN" altLang="en-US" sz="2000"/>
              <a:t>字周围要用不同形状和颜色的文本框，把每一块的字（或带着图片）圈在一起！！</a:t>
            </a:r>
            <a:endParaRPr lang="zh-CN" altLang="en-US" sz="2000"/>
          </a:p>
          <a:p>
            <a:r>
              <a:rPr lang="zh-CN" altLang="en-US" sz="2000"/>
              <a:t>分条的前面可以用大圆点、菱形、对号等作标记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图片可以有边框，图片可以剪裁成不同形状的</a:t>
            </a:r>
            <a:endParaRPr lang="zh-CN" altLang="en-US" sz="2000"/>
          </a:p>
          <a:p>
            <a:r>
              <a:rPr lang="zh-CN" altLang="en-US" sz="2000"/>
              <a:t>可以把相同内容的图片拼在一起或者覆盖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要学会颜色、深浅、透明度搭配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放各种各样的图解（流程图、引导图形等）是很加分的！！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可以放一些和内容无关的元素在旁边，以示高级</a:t>
            </a:r>
            <a:endParaRPr lang="zh-C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468245" y="2719705"/>
            <a:ext cx="72555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最后，无论你的</a:t>
            </a:r>
            <a:r>
              <a:rPr lang="en-US" altLang="zh-CN" sz="3600"/>
              <a:t>PPT</a:t>
            </a:r>
            <a:r>
              <a:rPr lang="zh-CN" altLang="en-US" sz="3600"/>
              <a:t>如何包装，</a:t>
            </a:r>
            <a:endParaRPr lang="zh-CN" altLang="en-US" sz="3600"/>
          </a:p>
          <a:p>
            <a:r>
              <a:rPr lang="zh-CN" altLang="en-US" sz="3600"/>
              <a:t>你的实力永远是最硬的资本！</a:t>
            </a:r>
            <a:endParaRPr lang="zh-CN" altLang="en-US" sz="3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I3MjYyZjU2ZDlmMDJlN2Q2MmRkZGI0Y2QzNDNjNmUifQ=="/>
  <p:tag name="KSO_WPP_MARK_KEY" val="fc9ba9b5-d077-412b-8857-285f77d76a0f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WPS 演示</Application>
  <PresentationFormat>宽屏</PresentationFormat>
  <Paragraphs>164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个人答辩PPT制作培训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琦七</cp:lastModifiedBy>
  <cp:revision>6</cp:revision>
  <dcterms:created xsi:type="dcterms:W3CDTF">2022-12-13T11:12:00Z</dcterms:created>
  <dcterms:modified xsi:type="dcterms:W3CDTF">2022-12-14T09:10:26Z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5843C97A963A4B59AE93972BE7353755</vt:lpwstr>
  </property>
  <property fmtid="{D5CDD505-2E9C-101B-9397-08002B2CF9AE}" pid="3" name="KSOProductBuildVer">
    <vt:lpwstr>2052-11.1.0.12980</vt:lpwstr>
  </property>
</Properties>
</file>